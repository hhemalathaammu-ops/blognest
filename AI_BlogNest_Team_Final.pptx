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852160" y="-1097280"/>
            <a:ext cx="4572000" cy="4572000"/>
          </a:xfrm>
          <a:prstGeom prst="ellipse">
            <a:avLst/>
          </a:prstGeom>
          <a:solidFill>
            <a:srgbClr val="0B8577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2560320"/>
            <a:ext cx="3291840" cy="3291840"/>
          </a:xfrm>
          <a:prstGeom prst="ellipse">
            <a:avLst/>
          </a:prstGeom>
          <a:solidFill>
            <a:srgbClr val="BDEBE3">
              <a:alpha val="1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D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PROJECT PRESENTATION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18872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BlogNest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1945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blog CMS with secure REST APIs, role-based access and Gemini-driven content generation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1089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 |  Express.js  |  MongoDB  |  JWT  |  Generative AI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6576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D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Jeevitha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BDEB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Members: </a:t>
            </a:r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Karthika, M. Keerthi, M. Lathika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&amp; Solution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65760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37360"/>
            <a:ext cx="365760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651760"/>
            <a:ext cx="365760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0116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1488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4632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Data Model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2651760"/>
            <a:ext cx="365760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29260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0632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&amp; User Flow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566160"/>
            <a:ext cx="365760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29260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0632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846320" y="3063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5349240" y="3063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&amp; Structure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846320" y="3566160"/>
            <a:ext cx="365760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40080" y="39776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4008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114300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&amp; AI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" y="4480560"/>
            <a:ext cx="365760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663440" y="3840480"/>
            <a:ext cx="4023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46320" y="39776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846320" y="3977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349240" y="3977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4846320" y="4480560"/>
            <a:ext cx="365760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Priya’s Blogging Workflow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Messy content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drafts, categories and tags to juggle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8980" y="10972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186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5186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5478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analytics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51860" y="1737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view of post performance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Slow approvals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737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and comment moderation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117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29489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2948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29489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 chaos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4518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streamlined uploads or metadata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68980" y="28117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51860" y="29489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51860" y="2948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954780" y="29489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role tiers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451860" y="34518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permissions for editors, authors, admins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80760" y="28117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0F2A4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2948940"/>
            <a:ext cx="365760" cy="365760"/>
          </a:xfrm>
          <a:prstGeom prst="ellipse">
            <a:avLst/>
          </a:prstGeom>
          <a:solidFill>
            <a:srgbClr val="BDEBE3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63640" y="2948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29489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34518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Slow, error-prone publishing across blogs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&amp; Outcome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Central, secure REST API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business logic from the frontend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matrix for scheduling, taxonomy, media paths and roles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AI for drafting content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0F2A4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365760" cy="365760"/>
          </a:xfrm>
          <a:prstGeom prst="ellipse">
            <a:avLst/>
          </a:prstGeom>
          <a:solidFill>
            <a:srgbClr val="BDEBE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Outcome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373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content delays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 keeps data clean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authorized roles make admin changes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tracking enables post analytics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guards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with strict role checks on routes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8980" y="10972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186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5186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5478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 CRUD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51860" y="1737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post management with status states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Categories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7373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and category indexing for discovery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8117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29489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2948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29489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moderation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4518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hold or mark comments as spam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268980" y="28117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51860" y="29489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3451860" y="2948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954780" y="29489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sanitization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3451860" y="34518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XSS and NoSQL injection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080760" y="2811780"/>
            <a:ext cx="26060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29489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63640" y="29489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29489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generation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34518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summarize posts with an LLM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54864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Client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/ Thunder Client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48840" y="109728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0B857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224028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Server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1600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Routing, JSON, CORS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840480" y="109728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393192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1600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roles, validation, errors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30352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32120" y="109728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0B8577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562356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623560" y="1600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Blogs, AI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995160" y="155448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223760" y="1097280"/>
            <a:ext cx="1463040" cy="1371600"/>
          </a:xfrm>
          <a:prstGeom prst="roundRect">
            <a:avLst>
              <a:gd name="adj" fmla="val 5333"/>
            </a:avLst>
          </a:prstGeom>
          <a:solidFill>
            <a:srgbClr val="0F2A4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315200" y="11887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0" y="160020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handling, business logic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Controllers delegate to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10896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64008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Mongoose Models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Blog schemas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91840" y="310896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347472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47472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and Blogs collections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126480" y="3108960"/>
            <a:ext cx="25603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30936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8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Integration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309360" y="3703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/generate-blog and /summarize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 &amp; Requirements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v16+ and npm v8+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web framework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with Mongoose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 or Thunder Client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or similar IDE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&amp; OS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3736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i5 8th Gen / Ryzen 5 or better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GB RAM (16 GB recommended)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GB free disk space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10/11, macOS or Linux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&amp; Responsibilities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Admin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control: manage users, roles, comments and logs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373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drafts, publishes posts, cleans categories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97180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Author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474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and manages only their own posts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2834640"/>
            <a:ext cx="4023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97180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8463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34924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Reader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4846320" y="34747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published posts and adds comments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Model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0F2A4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5720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73736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(unique)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(hashed)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(default reader)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0" y="1097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0B857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56032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73736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author, authorName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097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0F2A43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66344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00600" y="173736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766560" y="1097280"/>
            <a:ext cx="1920240" cy="265176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766560" y="1097280"/>
            <a:ext cx="1920240" cy="502920"/>
          </a:xfrm>
          <a:prstGeom prst="roundRect">
            <a:avLst>
              <a:gd name="adj" fmla="val 14545"/>
            </a:avLst>
          </a:prstGeom>
          <a:solidFill>
            <a:srgbClr val="0B857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0" y="10972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1737360"/>
            <a:ext cx="1691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slug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8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1–N Blog   |   Blog 1–N Comment   |   User 1–N Comment   |   Category 1–N Blog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MVC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schemas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Defaults, indexes, validation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8980" y="10972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5186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45186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5478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451860" y="17373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requests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models, returns JSON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80760" y="1097280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2636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23444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 = Routes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737360"/>
            <a:ext cx="2240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Headless API, no UI templates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paths to controllers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 →  Route  →  Controller  →  Model  →  Database  →  JSON response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Flow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34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request from client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0972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1234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1737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with email and password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0972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8463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1234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4846320" y="1737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token generated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109728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94944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9494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452360" y="1234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17373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verified per request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28346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297180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008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" y="3474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or Admin actions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2560320" y="28346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0" y="297180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74320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324612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2743200" y="3474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operations on data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663440" y="28346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46320" y="297180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84632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534924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4846320" y="3474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stores Users and Blogs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766560" y="2834640"/>
            <a:ext cx="1920240" cy="1554480"/>
          </a:xfrm>
          <a:prstGeom prst="roundRect">
            <a:avLst>
              <a:gd name="adj" fmla="val 4706"/>
            </a:avLst>
          </a:prstGeom>
          <a:solidFill>
            <a:srgbClr val="0F2A43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949440" y="2971800"/>
            <a:ext cx="365760" cy="365760"/>
          </a:xfrm>
          <a:prstGeom prst="ellipse">
            <a:avLst/>
          </a:prstGeom>
          <a:solidFill>
            <a:srgbClr val="BDEBE3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949440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A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452360" y="29718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tools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949440" y="34747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summarize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Structure &amp; Setup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291840"/>
          </a:xfrm>
          <a:prstGeom prst="roundRect">
            <a:avLst>
              <a:gd name="adj" fmla="val 2222"/>
            </a:avLst>
          </a:prstGeom>
          <a:solidFill>
            <a:srgbClr val="0F2A4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28016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BDEB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ai-blognest/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B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B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config/   (db.js)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B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controllers/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B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middleware/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B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models/   (User.js)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B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routes/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B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services/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B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app.js, server.js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DEB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.env, package.json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0" y="1097280"/>
            <a:ext cx="42062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6344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166360" y="12344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Setup Steps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737360"/>
            <a:ext cx="38404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init -y, then install express, mongoose, cors, dotenv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MONGO_URI and PORT in .env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DB, then start with npm start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runs on port 5000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Endpoints &amp; Testing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743200"/>
                <a:gridCol w="292608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Endpoint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/api/auth/register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a user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Created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/api/auth/login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Login, returns JWT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/api/blogs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blog (Bearer token)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Created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/api/blogs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Fetch all blogs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/api/ai/generate-blog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blog from a topic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Created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/api/ai/summarize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content summary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Features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Blog Generator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7373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topic and category; the API returns a full structured blog post saved to the author.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097280"/>
            <a:ext cx="402336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365760" cy="365760"/>
          </a:xfrm>
          <a:prstGeom prst="ellipse">
            <a:avLst/>
          </a:prstGeom>
          <a:solidFill>
            <a:srgbClr val="0B857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349240" y="1234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A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Summarizer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3736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long content; get a concise summary for abstracts and metadata.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4290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8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4.12 s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069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blog response time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663440" y="34290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8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5.67 s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0690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response time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371600"/>
            <a:ext cx="4572000" cy="4572000"/>
          </a:xfrm>
          <a:prstGeom prst="ellipse">
            <a:avLst/>
          </a:prstGeom>
          <a:solidFill>
            <a:srgbClr val="0B8577">
              <a:alpha val="3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role-based blog backend on the MERN-style stack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generation and summarization speed up content creation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MVC design keeps the system modular and scalable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analytics dashboard, scheduling and media uploads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DEBE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BlogNest</dc:title>
  <dc:subject>PptxGenJS Presentation</dc:subject>
  <dc:creator>PptxGenJS</dc:creator>
  <cp:lastModifiedBy>PptxGenJS</cp:lastModifiedBy>
  <cp:revision>1</cp:revision>
  <dcterms:created xsi:type="dcterms:W3CDTF">2026-10-14T04:47:17Z</dcterms:created>
  <dcterms:modified xsi:type="dcterms:W3CDTF">2026-10-14T04:47:17Z</dcterms:modified>
</cp:coreProperties>
</file>